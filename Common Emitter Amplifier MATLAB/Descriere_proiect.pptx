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8E7EB-5E96-46DD-8308-B08BF7F78979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DA3B8-DCD6-4D65-B8C4-26B8276B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2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18B7E-76FA-DBCD-E996-A915FE296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FD64B-FE05-5629-816E-A5B1EAA6E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00D9D-9E11-880F-D1F2-0F9DDBE1D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34AC-6AA1-4D2C-B647-879D70260AA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4B32C-C424-3D6E-A7C8-6926A34C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080D5-79F7-9491-021C-972403901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EA5-C163-42BB-8E19-88589CDF0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74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12D50-2290-A388-38AE-0DD692CA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934D0-F90D-76ED-5CDE-26812CDF6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49275-F335-720D-185F-2F4D60CC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34AC-6AA1-4D2C-B647-879D70260AA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17483-AA61-C8A9-1632-787E0D12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C8227-39D3-8F04-9188-B669F8BB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EA5-C163-42BB-8E19-88589CDF0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6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4B76A-BC98-9245-CF20-887B4B18A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6BB4B-B420-2EC7-F353-D7CDDC061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417B1-F46B-9123-1BCB-29FFC260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34AC-6AA1-4D2C-B647-879D70260AA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6B983-5901-4785-0902-80A61AE03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E1C91-C0EF-A32D-34E9-A95AE4A9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EA5-C163-42BB-8E19-88589CDF0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35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6814-4AB3-0934-AF52-F247FC26D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88C0B-C86E-B712-0652-5865F99FF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6410F-586F-54AC-1522-E3460BB48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8CB16-6AA9-DF1C-A543-F2659707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34AC-6AA1-4D2C-B647-879D70260AA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3EF46-7363-65E6-13B3-D7518233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86CC5-4912-5926-50AA-CC24A09C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EA5-C163-42BB-8E19-88589CDF0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9A48E-246E-BD4A-334E-D434AC289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22CFE-9465-B889-F70C-2611E6556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7C770-82B5-C1EC-6C4A-351A2F099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C7BE9C-BF98-A9CA-F0DD-9EF483CB9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5DC67F-623F-4053-952B-E098CFD4E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DE9C0-6700-5D54-9284-E2DC4E934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34AC-6AA1-4D2C-B647-879D70260AA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A73A6D-3A26-9068-07B6-AD083F65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DB151-B7A1-5A34-9001-D23A431B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EA5-C163-42BB-8E19-88589CDF0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15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B28C-45D7-87AE-DA9B-8C7A8E951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E375CE-37D4-FD49-3CA4-D3BFFFB74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34AC-6AA1-4D2C-B647-879D70260AA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9549C3-9C42-170F-C51D-53D7A38BB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902F4-B0D4-012E-C2D2-75316D054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EA5-C163-42BB-8E19-88589CDF0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41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B426F3-D53A-B36B-605C-51832157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34AC-6AA1-4D2C-B647-879D70260AA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B4C66-5581-5440-5AA1-CECF0F3BB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49B76-661E-D3E3-708C-6A63A13A2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EA5-C163-42BB-8E19-88589CDF0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71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A3F5-A6C9-6245-A00E-0C2725822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76B8D-20DC-1CD1-59BB-0737A9F5A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E14D0-507E-0E3F-4D83-AAC53522F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35F24-DCC7-6680-A1C1-5FB8B2FC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34AC-6AA1-4D2C-B647-879D70260AA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9FA54-7E53-0BC7-DB37-456D7E799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37DAE-CDAD-25D8-8E90-067B63A0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EA5-C163-42BB-8E19-88589CDF0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53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F66D-2B5F-8C77-6504-607240A9E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DD2A0-EE58-27A8-EFA8-F20F7DF29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159AA-02CB-8F13-4480-027714260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B691F-645B-BB66-DEF1-8617B0BB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34AC-6AA1-4D2C-B647-879D70260AA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8C3F7-7DAA-98B8-AAFB-8111BC6AE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BD58E-0F41-D935-1DA5-33826E2E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EA5-C163-42BB-8E19-88589CDF0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34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89690-C767-BB22-11C5-851E825BC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366E6-1E68-6C7E-2A2E-744423A03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B1F22-DBEF-FA3F-3129-EDD5FA73E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34AC-6AA1-4D2C-B647-879D70260AA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1B456-0CF0-1028-5B91-60968490D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45DE3-B2F7-7FC6-F88C-F00D3FA20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EA5-C163-42BB-8E19-88589CDF0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27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A03361-2729-E6A1-65AC-492A1523D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64F6E-9244-757A-36C2-BA2DE418F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00FB-C206-5312-2BBF-B03F05588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34AC-6AA1-4D2C-B647-879D70260AA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32669-D619-0C24-7F40-493652266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36B62-3319-0229-46CA-064477522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EA5-C163-42BB-8E19-88589CDF0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2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2D558-E3DF-08A9-090D-58CA4361A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259FA-08B8-FC75-085E-41B73E40D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E26CC-D752-2A02-7A32-99002259D1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234AC-6AA1-4D2C-B647-879D70260AA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D0B62-4D51-5351-A346-2411A9106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9DF64-F76D-B6DE-F62D-89529A8B5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02EA5-C163-42BB-8E19-88589CDF0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19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B20996-73FF-5E11-9EF5-65F482EDF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841" y="1186026"/>
            <a:ext cx="8485056" cy="450119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78C571-5902-08C2-EC17-525CB68B408A}"/>
              </a:ext>
            </a:extLst>
          </p:cNvPr>
          <p:cNvCxnSpPr/>
          <p:nvPr/>
        </p:nvCxnSpPr>
        <p:spPr>
          <a:xfrm flipH="1" flipV="1">
            <a:off x="1012723" y="1484671"/>
            <a:ext cx="1268361" cy="1268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78717C-8048-17C5-E323-2B2C3E4F1979}"/>
              </a:ext>
            </a:extLst>
          </p:cNvPr>
          <p:cNvCxnSpPr/>
          <p:nvPr/>
        </p:nvCxnSpPr>
        <p:spPr>
          <a:xfrm flipV="1">
            <a:off x="8268929" y="698090"/>
            <a:ext cx="1759974" cy="1759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DF561C-A571-A76D-5759-61F15DB26F2B}"/>
              </a:ext>
            </a:extLst>
          </p:cNvPr>
          <p:cNvCxnSpPr/>
          <p:nvPr/>
        </p:nvCxnSpPr>
        <p:spPr>
          <a:xfrm flipV="1">
            <a:off x="8544232" y="2349910"/>
            <a:ext cx="2113936" cy="2084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4EC56E1-F0C3-9312-B54F-CB5610943B00}"/>
              </a:ext>
            </a:extLst>
          </p:cNvPr>
          <p:cNvSpPr txBox="1"/>
          <p:nvPr/>
        </p:nvSpPr>
        <p:spPr>
          <a:xfrm>
            <a:off x="312174" y="970339"/>
            <a:ext cx="1401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Meniu selectare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562CE-C7AB-B600-5F88-2EBEC0101CA0}"/>
              </a:ext>
            </a:extLst>
          </p:cNvPr>
          <p:cNvSpPr txBox="1"/>
          <p:nvPr/>
        </p:nvSpPr>
        <p:spPr>
          <a:xfrm>
            <a:off x="10028903" y="390313"/>
            <a:ext cx="211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/>
              <a:t>începere</a:t>
            </a:r>
            <a:r>
              <a:rPr lang="en-US" sz="1400" dirty="0"/>
              <a:t>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0BC649-AACE-69BF-B29A-F315A113E94E}"/>
              </a:ext>
            </a:extLst>
          </p:cNvPr>
          <p:cNvSpPr txBox="1"/>
          <p:nvPr/>
        </p:nvSpPr>
        <p:spPr>
          <a:xfrm>
            <a:off x="10328787" y="1934845"/>
            <a:ext cx="1514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Buton pentru închidere</a:t>
            </a:r>
            <a:endParaRPr lang="en-US" sz="1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ADF908-64F7-95CC-A3BC-DBB53CDDC510}"/>
              </a:ext>
            </a:extLst>
          </p:cNvPr>
          <p:cNvCxnSpPr/>
          <p:nvPr/>
        </p:nvCxnSpPr>
        <p:spPr>
          <a:xfrm flipV="1">
            <a:off x="4242620" y="615138"/>
            <a:ext cx="688258" cy="698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5D57BB-02CF-F01D-9E6A-7561C78CBD0F}"/>
              </a:ext>
            </a:extLst>
          </p:cNvPr>
          <p:cNvSpPr txBox="1"/>
          <p:nvPr/>
        </p:nvSpPr>
        <p:spPr>
          <a:xfrm>
            <a:off x="4930878" y="307361"/>
            <a:ext cx="2919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/>
              <a:t>Accesare documentație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23533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1EA03-F2E4-A6DC-F131-68A2FD788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3386E6-6008-21B5-5768-CE3C1D21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636" y="1180612"/>
            <a:ext cx="8472568" cy="449456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07C58C-2989-C4E0-37D3-8FEA6531BD44}"/>
              </a:ext>
            </a:extLst>
          </p:cNvPr>
          <p:cNvCxnSpPr/>
          <p:nvPr/>
        </p:nvCxnSpPr>
        <p:spPr>
          <a:xfrm flipV="1">
            <a:off x="10176387" y="4591665"/>
            <a:ext cx="943897" cy="953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1073B9-EC91-EDD7-6CC8-1877C4438722}"/>
              </a:ext>
            </a:extLst>
          </p:cNvPr>
          <p:cNvCxnSpPr/>
          <p:nvPr/>
        </p:nvCxnSpPr>
        <p:spPr>
          <a:xfrm flipH="1" flipV="1">
            <a:off x="1002890" y="4395019"/>
            <a:ext cx="1130710" cy="1120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18B73A-427C-A79C-4DB5-FE57843B1586}"/>
              </a:ext>
            </a:extLst>
          </p:cNvPr>
          <p:cNvCxnSpPr/>
          <p:nvPr/>
        </p:nvCxnSpPr>
        <p:spPr>
          <a:xfrm flipH="1" flipV="1">
            <a:off x="1258529" y="1504335"/>
            <a:ext cx="1661652" cy="1681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6AC8B6B-12B1-7901-CD69-FF4485C3C8FA}"/>
              </a:ext>
            </a:extLst>
          </p:cNvPr>
          <p:cNvSpPr txBox="1"/>
          <p:nvPr/>
        </p:nvSpPr>
        <p:spPr>
          <a:xfrm>
            <a:off x="-70764" y="674125"/>
            <a:ext cx="22607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Schema unui amplificator cu TB în configurație emitor comun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B86A1F-0B1B-A9B9-2743-078E6EE33516}"/>
              </a:ext>
            </a:extLst>
          </p:cNvPr>
          <p:cNvSpPr txBox="1"/>
          <p:nvPr/>
        </p:nvSpPr>
        <p:spPr>
          <a:xfrm>
            <a:off x="139258" y="3656355"/>
            <a:ext cx="1730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Buton ce permite accesarea schemei de curent continuu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4EB04-C0F3-E442-B127-AF373CAB94A3}"/>
              </a:ext>
            </a:extLst>
          </p:cNvPr>
          <p:cNvSpPr txBox="1"/>
          <p:nvPr/>
        </p:nvSpPr>
        <p:spPr>
          <a:xfrm>
            <a:off x="10648335" y="3853001"/>
            <a:ext cx="1730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Buton ce permite întoarcerea la meniu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2858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AAEB3-94C4-9512-E6AA-DE348E7EB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8D37B5D-77F2-A9FF-1896-AAD4EF715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840" y="1186027"/>
            <a:ext cx="8466523" cy="449136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C6AEC4-90B5-4EB2-690E-C6F6D26B6E3D}"/>
              </a:ext>
            </a:extLst>
          </p:cNvPr>
          <p:cNvCxnSpPr/>
          <p:nvPr/>
        </p:nvCxnSpPr>
        <p:spPr>
          <a:xfrm flipH="1" flipV="1">
            <a:off x="983226" y="4395019"/>
            <a:ext cx="1022555" cy="1061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22F42C-FAC1-DF7F-1AF0-0822EB5CFD09}"/>
              </a:ext>
            </a:extLst>
          </p:cNvPr>
          <p:cNvCxnSpPr/>
          <p:nvPr/>
        </p:nvCxnSpPr>
        <p:spPr>
          <a:xfrm>
            <a:off x="5692877" y="5565058"/>
            <a:ext cx="580104" cy="580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D8E838-71F2-301D-5176-14A09F7D3A4E}"/>
              </a:ext>
            </a:extLst>
          </p:cNvPr>
          <p:cNvCxnSpPr/>
          <p:nvPr/>
        </p:nvCxnSpPr>
        <p:spPr>
          <a:xfrm flipV="1">
            <a:off x="9940413" y="4552335"/>
            <a:ext cx="914400" cy="904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0B66CCB-D830-55B2-CBF3-077B65ED7F5A}"/>
              </a:ext>
            </a:extLst>
          </p:cNvPr>
          <p:cNvCxnSpPr/>
          <p:nvPr/>
        </p:nvCxnSpPr>
        <p:spPr>
          <a:xfrm flipV="1">
            <a:off x="8760542" y="698090"/>
            <a:ext cx="1179871" cy="1160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CF1096-567E-2A09-3C64-D8C24790C882}"/>
              </a:ext>
            </a:extLst>
          </p:cNvPr>
          <p:cNvCxnSpPr/>
          <p:nvPr/>
        </p:nvCxnSpPr>
        <p:spPr>
          <a:xfrm flipH="1" flipV="1">
            <a:off x="3116826" y="865239"/>
            <a:ext cx="1268361" cy="1268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D58549-B7E5-7749-5DC3-AAE04E2EBB99}"/>
              </a:ext>
            </a:extLst>
          </p:cNvPr>
          <p:cNvCxnSpPr>
            <a:cxnSpLocks/>
          </p:cNvCxnSpPr>
          <p:nvPr/>
        </p:nvCxnSpPr>
        <p:spPr>
          <a:xfrm flipH="1">
            <a:off x="2949677" y="4218038"/>
            <a:ext cx="1229033" cy="176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67D2A5-3A83-6D52-6A03-BF9D7708EB39}"/>
              </a:ext>
            </a:extLst>
          </p:cNvPr>
          <p:cNvCxnSpPr>
            <a:cxnSpLocks/>
          </p:cNvCxnSpPr>
          <p:nvPr/>
        </p:nvCxnSpPr>
        <p:spPr>
          <a:xfrm flipH="1" flipV="1">
            <a:off x="2949677" y="4660490"/>
            <a:ext cx="1229033" cy="339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BD7851-7691-E7FB-E724-DCE4C2B431D3}"/>
              </a:ext>
            </a:extLst>
          </p:cNvPr>
          <p:cNvSpPr txBox="1"/>
          <p:nvPr/>
        </p:nvSpPr>
        <p:spPr>
          <a:xfrm>
            <a:off x="1622322" y="126575"/>
            <a:ext cx="1730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Schema echivalentă în curent continuu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6507E-081E-87F5-BE4A-BC61B3308785}"/>
              </a:ext>
            </a:extLst>
          </p:cNvPr>
          <p:cNvSpPr txBox="1"/>
          <p:nvPr/>
        </p:nvSpPr>
        <p:spPr>
          <a:xfrm>
            <a:off x="9989574" y="126575"/>
            <a:ext cx="1730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Secțiune ce permite modificarea parametrilor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46075-CEFE-82EA-25C9-897B723EE505}"/>
              </a:ext>
            </a:extLst>
          </p:cNvPr>
          <p:cNvSpPr txBox="1"/>
          <p:nvPr/>
        </p:nvSpPr>
        <p:spPr>
          <a:xfrm>
            <a:off x="10589342" y="3917965"/>
            <a:ext cx="17304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Buton ce permite întoarcerea la schema amplificatorului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6071B-BA9E-466A-09C3-4F7BC7093E98}"/>
              </a:ext>
            </a:extLst>
          </p:cNvPr>
          <p:cNvSpPr txBox="1"/>
          <p:nvPr/>
        </p:nvSpPr>
        <p:spPr>
          <a:xfrm>
            <a:off x="6292646" y="5855109"/>
            <a:ext cx="1730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Buton ce permite accesarea schemei de semnal mic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764FB0-0379-072C-B5BC-B48A19D56968}"/>
              </a:ext>
            </a:extLst>
          </p:cNvPr>
          <p:cNvSpPr txBox="1"/>
          <p:nvPr/>
        </p:nvSpPr>
        <p:spPr>
          <a:xfrm>
            <a:off x="127158" y="3225467"/>
            <a:ext cx="1730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Buton pentru recalculare după modificarea parametrilor în secțiune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E4ED84-5F19-0282-473C-093C5C167C67}"/>
              </a:ext>
            </a:extLst>
          </p:cNvPr>
          <p:cNvSpPr txBox="1"/>
          <p:nvPr/>
        </p:nvSpPr>
        <p:spPr>
          <a:xfrm>
            <a:off x="2049364" y="4218038"/>
            <a:ext cx="983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/>
              <a:t>Rezultate de interes</a:t>
            </a:r>
            <a:endParaRPr lang="en-US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1A05DE-CC0B-750F-640A-8932413FEC2D}"/>
              </a:ext>
            </a:extLst>
          </p:cNvPr>
          <p:cNvCxnSpPr/>
          <p:nvPr/>
        </p:nvCxnSpPr>
        <p:spPr>
          <a:xfrm flipV="1">
            <a:off x="9792929" y="2703871"/>
            <a:ext cx="1012723" cy="236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CD10C66-DA85-25BD-9710-655B5D112D56}"/>
              </a:ext>
            </a:extLst>
          </p:cNvPr>
          <p:cNvSpPr txBox="1"/>
          <p:nvPr/>
        </p:nvSpPr>
        <p:spPr>
          <a:xfrm>
            <a:off x="10461522" y="1495952"/>
            <a:ext cx="17304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/>
              <a:t>Permite selectarea unei valori pentru rezistenta RC  din seria E6 precum si introducerea unei valori exacte</a:t>
            </a:r>
          </a:p>
        </p:txBody>
      </p:sp>
    </p:spTree>
    <p:extLst>
      <p:ext uri="{BB962C8B-B14F-4D97-AF65-F5344CB8AC3E}">
        <p14:creationId xmlns:p14="http://schemas.microsoft.com/office/powerpoint/2010/main" val="558003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4EA7E-CFEE-8B19-5545-88084FAAB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455332-BC7D-EF2C-4F44-5CF993BA1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328" y="945765"/>
            <a:ext cx="9381799" cy="497201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A73377-89BC-BA9A-E2D2-7FB3E6AA4689}"/>
              </a:ext>
            </a:extLst>
          </p:cNvPr>
          <p:cNvCxnSpPr/>
          <p:nvPr/>
        </p:nvCxnSpPr>
        <p:spPr>
          <a:xfrm flipH="1" flipV="1">
            <a:off x="943897" y="1720645"/>
            <a:ext cx="678426" cy="698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8380D6-8A65-AE1D-640C-02D100095201}"/>
              </a:ext>
            </a:extLst>
          </p:cNvPr>
          <p:cNvCxnSpPr/>
          <p:nvPr/>
        </p:nvCxnSpPr>
        <p:spPr>
          <a:xfrm flipV="1">
            <a:off x="10579510" y="707923"/>
            <a:ext cx="816077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855222-68A9-3B6E-B4E9-71C69B382B53}"/>
              </a:ext>
            </a:extLst>
          </p:cNvPr>
          <p:cNvCxnSpPr>
            <a:cxnSpLocks/>
          </p:cNvCxnSpPr>
          <p:nvPr/>
        </p:nvCxnSpPr>
        <p:spPr>
          <a:xfrm flipH="1" flipV="1">
            <a:off x="2625213" y="4011561"/>
            <a:ext cx="1130710" cy="481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2E55C0-72B4-85BC-A011-6FE7FCD0F274}"/>
              </a:ext>
            </a:extLst>
          </p:cNvPr>
          <p:cNvCxnSpPr/>
          <p:nvPr/>
        </p:nvCxnSpPr>
        <p:spPr>
          <a:xfrm flipH="1" flipV="1">
            <a:off x="816077" y="4896465"/>
            <a:ext cx="707923" cy="717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6467B3-BD45-86E1-C2BE-C40728CE9EE3}"/>
              </a:ext>
            </a:extLst>
          </p:cNvPr>
          <p:cNvCxnSpPr/>
          <p:nvPr/>
        </p:nvCxnSpPr>
        <p:spPr>
          <a:xfrm flipV="1">
            <a:off x="10579510" y="4857135"/>
            <a:ext cx="688258" cy="707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E6884F-944A-45B1-46E0-B573DAFFA8E6}"/>
              </a:ext>
            </a:extLst>
          </p:cNvPr>
          <p:cNvCxnSpPr>
            <a:cxnSpLocks/>
          </p:cNvCxnSpPr>
          <p:nvPr/>
        </p:nvCxnSpPr>
        <p:spPr>
          <a:xfrm flipH="1">
            <a:off x="5938684" y="5912232"/>
            <a:ext cx="132394" cy="237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F4AA0E3-B17B-2D7F-F674-CA6FDA317531}"/>
              </a:ext>
            </a:extLst>
          </p:cNvPr>
          <p:cNvSpPr txBox="1"/>
          <p:nvPr/>
        </p:nvSpPr>
        <p:spPr>
          <a:xfrm>
            <a:off x="2183254" y="3522753"/>
            <a:ext cx="983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/>
              <a:t>Rezultate de interes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35A72-6AB5-7BEF-00BC-F62107749335}"/>
              </a:ext>
            </a:extLst>
          </p:cNvPr>
          <p:cNvSpPr txBox="1"/>
          <p:nvPr/>
        </p:nvSpPr>
        <p:spPr>
          <a:xfrm>
            <a:off x="-130338" y="3726914"/>
            <a:ext cx="1730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Buton pentru recalculare după modificarea parametrilor în secțiune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6F0E79-69ED-3EEC-2DBB-375791A06A36}"/>
              </a:ext>
            </a:extLst>
          </p:cNvPr>
          <p:cNvSpPr txBox="1"/>
          <p:nvPr/>
        </p:nvSpPr>
        <p:spPr>
          <a:xfrm>
            <a:off x="10530348" y="0"/>
            <a:ext cx="1730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Secțiune ce permite modificarea parametrilor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C45EE2-41B1-423D-0731-0315836DF942}"/>
              </a:ext>
            </a:extLst>
          </p:cNvPr>
          <p:cNvSpPr txBox="1"/>
          <p:nvPr/>
        </p:nvSpPr>
        <p:spPr>
          <a:xfrm>
            <a:off x="10589342" y="3917965"/>
            <a:ext cx="17304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Buton ce permite întoarcerea la schema de curent continuu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AEF733-1F80-1807-A791-837C7C62A11B}"/>
              </a:ext>
            </a:extLst>
          </p:cNvPr>
          <p:cNvSpPr txBox="1"/>
          <p:nvPr/>
        </p:nvSpPr>
        <p:spPr>
          <a:xfrm>
            <a:off x="-216311" y="874449"/>
            <a:ext cx="1730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Schema echivalentă de semnal mic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361415-BA27-1F61-953B-F2D2834BE859}"/>
              </a:ext>
            </a:extLst>
          </p:cNvPr>
          <p:cNvSpPr txBox="1"/>
          <p:nvPr/>
        </p:nvSpPr>
        <p:spPr>
          <a:xfrm>
            <a:off x="4365522" y="6031154"/>
            <a:ext cx="1730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Buton ce permite accesarea cronogramelor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49538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BC090-F1DD-3AFC-B146-C22AB998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BECCC2-2415-E5B6-8C0B-166F37D6C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420" y="1232486"/>
            <a:ext cx="8277092" cy="439087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528999E-6F87-633B-054B-DDB8F237E852}"/>
              </a:ext>
            </a:extLst>
          </p:cNvPr>
          <p:cNvCxnSpPr/>
          <p:nvPr/>
        </p:nvCxnSpPr>
        <p:spPr>
          <a:xfrm flipH="1" flipV="1">
            <a:off x="1317523" y="1234643"/>
            <a:ext cx="776748" cy="820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2453EA-787E-41AC-355C-59315C36FE57}"/>
              </a:ext>
            </a:extLst>
          </p:cNvPr>
          <p:cNvCxnSpPr/>
          <p:nvPr/>
        </p:nvCxnSpPr>
        <p:spPr>
          <a:xfrm flipV="1">
            <a:off x="9861755" y="2300748"/>
            <a:ext cx="796413" cy="816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E954D5-0F14-406A-9E43-CA1D9A973814}"/>
              </a:ext>
            </a:extLst>
          </p:cNvPr>
          <p:cNvCxnSpPr/>
          <p:nvPr/>
        </p:nvCxnSpPr>
        <p:spPr>
          <a:xfrm flipH="1">
            <a:off x="1317523" y="5397910"/>
            <a:ext cx="7767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51FCC0-BD1F-A00F-48F7-6248434FEBE9}"/>
              </a:ext>
            </a:extLst>
          </p:cNvPr>
          <p:cNvCxnSpPr>
            <a:cxnSpLocks/>
          </p:cNvCxnSpPr>
          <p:nvPr/>
        </p:nvCxnSpPr>
        <p:spPr>
          <a:xfrm>
            <a:off x="10228453" y="5397910"/>
            <a:ext cx="636192" cy="225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4B7A0A-26F8-9C48-8693-EE7E68DD5325}"/>
              </a:ext>
            </a:extLst>
          </p:cNvPr>
          <p:cNvCxnSpPr>
            <a:cxnSpLocks/>
          </p:cNvCxnSpPr>
          <p:nvPr/>
        </p:nvCxnSpPr>
        <p:spPr>
          <a:xfrm>
            <a:off x="6096000" y="5623356"/>
            <a:ext cx="0" cy="344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E0E7D0-579B-F0C8-0D4F-11E3D24F8352}"/>
              </a:ext>
            </a:extLst>
          </p:cNvPr>
          <p:cNvSpPr txBox="1"/>
          <p:nvPr/>
        </p:nvSpPr>
        <p:spPr>
          <a:xfrm>
            <a:off x="5338915" y="5968181"/>
            <a:ext cx="1514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Buton pentru închidere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7461F-F6BC-3038-FBE5-373E85254383}"/>
              </a:ext>
            </a:extLst>
          </p:cNvPr>
          <p:cNvSpPr txBox="1"/>
          <p:nvPr/>
        </p:nvSpPr>
        <p:spPr>
          <a:xfrm>
            <a:off x="10461522" y="5623356"/>
            <a:ext cx="17304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Buton ce permite întoarcerea la schema de semnal mic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E49DB-51BA-DB8E-2C40-1D129D0FBFEB}"/>
              </a:ext>
            </a:extLst>
          </p:cNvPr>
          <p:cNvSpPr txBox="1"/>
          <p:nvPr/>
        </p:nvSpPr>
        <p:spPr>
          <a:xfrm>
            <a:off x="233068" y="421543"/>
            <a:ext cx="1730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Secțiune ce permite modificarea parametrilor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832E49-F67B-4E49-EE0D-F8007C192D4A}"/>
              </a:ext>
            </a:extLst>
          </p:cNvPr>
          <p:cNvSpPr txBox="1"/>
          <p:nvPr/>
        </p:nvSpPr>
        <p:spPr>
          <a:xfrm>
            <a:off x="-89943" y="4813134"/>
            <a:ext cx="1730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Buton pentru recalculare după modificarea parametrilor în secțiune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CAC4BB-09B9-111B-22D0-F53347FCE198}"/>
              </a:ext>
            </a:extLst>
          </p:cNvPr>
          <p:cNvSpPr txBox="1"/>
          <p:nvPr/>
        </p:nvSpPr>
        <p:spPr>
          <a:xfrm>
            <a:off x="10461522" y="2039138"/>
            <a:ext cx="1514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Cronograme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59619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145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Mihai Pelin</dc:creator>
  <cp:lastModifiedBy>Mihai Pelin</cp:lastModifiedBy>
  <cp:revision>5</cp:revision>
  <dcterms:created xsi:type="dcterms:W3CDTF">2025-01-11T22:24:06Z</dcterms:created>
  <dcterms:modified xsi:type="dcterms:W3CDTF">2025-01-14T09:46:35Z</dcterms:modified>
</cp:coreProperties>
</file>